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47A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CODE TRANSLATOR BOT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457200" y="29260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AI-Powered Programming Language Translation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41148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with Python + Ollama + Qwen2.5-Coder AI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21212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CHALLENGE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731520" y="1234440"/>
            <a:ext cx="137160" cy="137160"/>
          </a:xfrm>
          <a:prstGeom prst="ellipse">
            <a:avLst/>
          </a:prstGeom>
          <a:solidFill>
            <a:srgbClr val="2196F3"/>
          </a:solidFill>
          <a:ln/>
        </p:spPr>
      </p:sp>
      <p:sp>
        <p:nvSpPr>
          <p:cNvPr id="4" name="Text 2"/>
          <p:cNvSpPr/>
          <p:nvPr/>
        </p:nvSpPr>
        <p:spPr>
          <a:xfrm>
            <a:off x="1005840" y="118872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Manual code translation is time-consuming and error-prone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731520" y="1828800"/>
            <a:ext cx="137160" cy="137160"/>
          </a:xfrm>
          <a:prstGeom prst="ellipse">
            <a:avLst/>
          </a:prstGeom>
          <a:solidFill>
            <a:srgbClr val="2196F3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178308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Learning new programming languages requires extensive practice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31520" y="2423160"/>
            <a:ext cx="137160" cy="137160"/>
          </a:xfrm>
          <a:prstGeom prst="ellipse">
            <a:avLst/>
          </a:prstGeom>
          <a:solidFill>
            <a:srgbClr val="2196F3"/>
          </a:solidFill>
          <a:ln/>
        </p:spPr>
      </p:sp>
      <p:sp>
        <p:nvSpPr>
          <p:cNvPr id="8" name="Text 6"/>
          <p:cNvSpPr/>
          <p:nvPr/>
        </p:nvSpPr>
        <p:spPr>
          <a:xfrm>
            <a:off x="1005840" y="237744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Legacy code migration between languages is complex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731520" y="3017520"/>
            <a:ext cx="137160" cy="137160"/>
          </a:xfrm>
          <a:prstGeom prst="ellipse">
            <a:avLst/>
          </a:prstGeom>
          <a:solidFill>
            <a:srgbClr val="2196F3"/>
          </a:solidFill>
          <a:ln/>
        </p:spPr>
      </p:sp>
      <p:sp>
        <p:nvSpPr>
          <p:cNvPr id="10" name="Text 8"/>
          <p:cNvSpPr/>
          <p:nvPr/>
        </p:nvSpPr>
        <p:spPr>
          <a:xfrm>
            <a:off x="1005840" y="297180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Online tools often compromise privacy by storing your code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57200" y="3931920"/>
            <a:ext cx="8229600" cy="822960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12" name="Text 10"/>
          <p:cNvSpPr/>
          <p:nvPr/>
        </p:nvSpPr>
        <p:spPr>
          <a:xfrm>
            <a:off x="731520" y="411480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i="1" dirty="0">
                <a:solidFill>
                  <a:srgbClr val="0D47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needed a solution that is fast, private, and completely free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21212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SOLUTION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AI-powered bot that translates code between programming languages instantly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457200" y="1645920"/>
            <a:ext cx="4023360" cy="1188720"/>
          </a:xfrm>
          <a:prstGeom prst="rect">
            <a:avLst/>
          </a:prstGeom>
          <a:solidFill>
            <a:srgbClr val="FFFFFF"/>
          </a:solidFill>
          <a:ln w="25400">
            <a:solidFill>
              <a:srgbClr val="0D47A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645920"/>
            <a:ext cx="91440" cy="1188720"/>
          </a:xfrm>
          <a:prstGeom prst="rect">
            <a:avLst/>
          </a:prstGeom>
          <a:solidFill>
            <a:srgbClr val="2196F3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82880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47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15+ Languages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31520" y="219456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Python, Java, JavaScript, C++, Go, Rust, and more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754880" y="1645920"/>
            <a:ext cx="4023360" cy="1188720"/>
          </a:xfrm>
          <a:prstGeom prst="rect">
            <a:avLst/>
          </a:prstGeom>
          <a:solidFill>
            <a:srgbClr val="FFFFFF"/>
          </a:solidFill>
          <a:ln w="25400">
            <a:solidFill>
              <a:srgbClr val="0D47A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754880" y="1645920"/>
            <a:ext cx="91440" cy="1188720"/>
          </a:xfrm>
          <a:prstGeom prst="rect">
            <a:avLst/>
          </a:prstGeom>
          <a:solidFill>
            <a:srgbClr val="2196F3"/>
          </a:solidFill>
          <a:ln/>
        </p:spPr>
      </p:sp>
      <p:sp>
        <p:nvSpPr>
          <p:cNvPr id="10" name="Text 8"/>
          <p:cNvSpPr/>
          <p:nvPr/>
        </p:nvSpPr>
        <p:spPr>
          <a:xfrm>
            <a:off x="5029200" y="182880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47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 Private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5029200" y="219456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Runs locally - your code never leaves your computer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57200" y="1645920"/>
            <a:ext cx="4023360" cy="1188720"/>
          </a:xfrm>
          <a:prstGeom prst="rect">
            <a:avLst/>
          </a:prstGeom>
          <a:solidFill>
            <a:srgbClr val="FFFFFF"/>
          </a:solidFill>
          <a:ln w="25400">
            <a:solidFill>
              <a:srgbClr val="0D47A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1645920"/>
            <a:ext cx="91440" cy="1188720"/>
          </a:xfrm>
          <a:prstGeom prst="rect">
            <a:avLst/>
          </a:prstGeom>
          <a:solidFill>
            <a:srgbClr val="2196F3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182880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47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Forever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731520" y="219456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subscriptions, no API costs, unlimited usage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754880" y="1645920"/>
            <a:ext cx="4023360" cy="1188720"/>
          </a:xfrm>
          <a:prstGeom prst="rect">
            <a:avLst/>
          </a:prstGeom>
          <a:solidFill>
            <a:srgbClr val="FFFFFF"/>
          </a:solidFill>
          <a:ln w="25400">
            <a:solidFill>
              <a:srgbClr val="0D47A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754880" y="1645920"/>
            <a:ext cx="91440" cy="1188720"/>
          </a:xfrm>
          <a:prstGeom prst="rect">
            <a:avLst/>
          </a:prstGeom>
          <a:solidFill>
            <a:srgbClr val="2196F3"/>
          </a:solidFill>
          <a:ln/>
        </p:spPr>
      </p:sp>
      <p:sp>
        <p:nvSpPr>
          <p:cNvPr id="18" name="Text 16"/>
          <p:cNvSpPr/>
          <p:nvPr/>
        </p:nvSpPr>
        <p:spPr>
          <a:xfrm>
            <a:off x="5029200" y="182880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47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Explanations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5029200" y="219456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Understand the differences between languages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21212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TECHNOLOGY STACK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914400" y="1188720"/>
            <a:ext cx="731520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0D47A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97280" y="132588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47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Language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3108960" y="132588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3.10+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0" y="132588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programming language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914400" y="1965960"/>
            <a:ext cx="7315200" cy="731520"/>
          </a:xfrm>
          <a:prstGeom prst="rect">
            <a:avLst/>
          </a:prstGeom>
          <a:solidFill>
            <a:srgbClr val="E0E0E0"/>
          </a:solidFill>
          <a:ln w="12700">
            <a:solidFill>
              <a:srgbClr val="0D47A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97280" y="21031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47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Runtime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108960" y="210312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Ollama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486400" y="210312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 AI model management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914400" y="2743200"/>
            <a:ext cx="731520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0D47A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97280" y="288036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47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Model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108960" y="288036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Qwen2.5-Coder (7B)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486400" y="288036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Specialized code translation model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914400" y="3520440"/>
            <a:ext cx="7315200" cy="731520"/>
          </a:xfrm>
          <a:prstGeom prst="rect">
            <a:avLst/>
          </a:prstGeom>
          <a:solidFill>
            <a:srgbClr val="E0E0E0"/>
          </a:solidFill>
          <a:ln w="12700">
            <a:solidFill>
              <a:srgbClr val="0D47A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97280" y="365760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47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Libraries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108960" y="365760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ollama, sys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5486400" y="365760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packages for AI integration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21212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WHAT IS OLLAMA?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8229600" cy="640080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18872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i="1" dirty="0">
                <a:solidFill>
                  <a:srgbClr val="0D47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Ollama is a desktop application that runs AI models locally on your computer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731520" y="1920240"/>
            <a:ext cx="411480" cy="411480"/>
          </a:xfrm>
          <a:prstGeom prst="ellipse">
            <a:avLst/>
          </a:prstGeom>
          <a:solidFill>
            <a:srgbClr val="2196F3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92024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🖥️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280160" y="1947672"/>
            <a:ext cx="7132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47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 AI Runtime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280160" y="2148840"/>
            <a:ext cx="7132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Manages and runs AI models on your machine without cloud services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31520" y="2514600"/>
            <a:ext cx="411480" cy="411480"/>
          </a:xfrm>
          <a:prstGeom prst="ellipse">
            <a:avLst/>
          </a:prstGeom>
          <a:solidFill>
            <a:srgbClr val="2196F3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251460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📦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1280160" y="2542032"/>
            <a:ext cx="7132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47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Library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280160" y="2743200"/>
            <a:ext cx="7132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Access to 100+ pre-trained AI models including code specialists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31520" y="3108960"/>
            <a:ext cx="411480" cy="411480"/>
          </a:xfrm>
          <a:prstGeom prst="ellipse">
            <a:avLst/>
          </a:prstGeom>
          <a:solidFill>
            <a:srgbClr val="2196F3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31089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⚡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1280160" y="3136392"/>
            <a:ext cx="7132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47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Simple API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280160" y="3337560"/>
            <a:ext cx="7132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Easy-to-use interface for Python, JavaScript, and other languages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31520" y="3703320"/>
            <a:ext cx="411480" cy="411480"/>
          </a:xfrm>
          <a:prstGeom prst="ellipse">
            <a:avLst/>
          </a:prstGeom>
          <a:solidFill>
            <a:srgbClr val="2196F3"/>
          </a:solidFill>
          <a:ln/>
        </p:spPr>
      </p:sp>
      <p:sp>
        <p:nvSpPr>
          <p:cNvPr id="18" name="Text 16"/>
          <p:cNvSpPr/>
          <p:nvPr/>
        </p:nvSpPr>
        <p:spPr>
          <a:xfrm>
            <a:off x="731520" y="370332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🔄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1280160" y="3730752"/>
            <a:ext cx="7132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47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Switching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280160" y="3931920"/>
            <a:ext cx="7132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Download and switch between different AI models effortlessly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57200" y="43891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Think of it as 'Docker for AI' - containerized AI models on your local machine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21212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INSTALLATION STEPS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Quick Setup Guide - Get Started in 15 Minutes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8229600" cy="457200"/>
          </a:xfrm>
          <a:prstGeom prst="rect">
            <a:avLst/>
          </a:prstGeom>
          <a:solidFill>
            <a:srgbClr val="0D47A1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50876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1: Install Ollama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40080" y="196596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47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Windows: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40080" y="2240280"/>
            <a:ext cx="7863840" cy="365760"/>
          </a:xfrm>
          <a:prstGeom prst="rect">
            <a:avLst/>
          </a:prstGeom>
          <a:solidFill>
            <a:srgbClr val="212121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2331720"/>
            <a:ext cx="7498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Download from https://ollama.ai and run installer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0080" y="274320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47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Mac: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40080" y="3017520"/>
            <a:ext cx="7863840" cy="365760"/>
          </a:xfrm>
          <a:prstGeom prst="rect">
            <a:avLst/>
          </a:prstGeom>
          <a:solidFill>
            <a:srgbClr val="212121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3108960"/>
            <a:ext cx="7498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brew install ollama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40080" y="352044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47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Linux: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40080" y="3794760"/>
            <a:ext cx="7863840" cy="365760"/>
          </a:xfrm>
          <a:prstGeom prst="rect">
            <a:avLst/>
          </a:prstGeom>
          <a:solidFill>
            <a:srgbClr val="212121"/>
          </a:solidFill>
          <a:ln/>
        </p:spPr>
      </p:sp>
      <p:sp>
        <p:nvSpPr>
          <p:cNvPr id="14" name="Text 12"/>
          <p:cNvSpPr/>
          <p:nvPr/>
        </p:nvSpPr>
        <p:spPr>
          <a:xfrm>
            <a:off x="822960" y="3886200"/>
            <a:ext cx="7498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curl -fsSL https://ollama.ai/install.sh | sh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40080" y="429768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⏱️ Time: 2-5 minutes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21212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INSTALLATION STEPS (CONTINUED)</a:t>
            </a:r>
            <a:endParaRPr lang="en-US" sz="38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8229600" cy="457200"/>
          </a:xfrm>
          <a:prstGeom prst="rect">
            <a:avLst/>
          </a:prstGeom>
          <a:solidFill>
            <a:srgbClr val="0D47A1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14300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2: Download AI Model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640080" y="1600200"/>
            <a:ext cx="7863840" cy="365760"/>
          </a:xfrm>
          <a:prstGeom prst="rect">
            <a:avLst/>
          </a:prstGeom>
          <a:solidFill>
            <a:srgbClr val="212121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691640"/>
            <a:ext cx="7498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ollama pull qwen2.5-coder:7b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205740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⏱️ Time: 5-10 minutes (downloads ~4.7 GB model)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2468880"/>
            <a:ext cx="8229600" cy="457200"/>
          </a:xfrm>
          <a:prstGeom prst="rect">
            <a:avLst/>
          </a:prstGeom>
          <a:solidFill>
            <a:srgbClr val="0D47A1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260604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3: Install Python Packages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640080" y="3063240"/>
            <a:ext cx="7863840" cy="777240"/>
          </a:xfrm>
          <a:prstGeom prst="rect">
            <a:avLst/>
          </a:prstGeom>
          <a:solidFill>
            <a:srgbClr val="212121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3154680"/>
            <a:ext cx="7498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-m venv venv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source venv/bin/activate  # Mac/Linux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venv\Scripts\activate     # Windows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pip install ollama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40080" y="393192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⏱️ Time: 1-2 minutes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1828800" y="4297680"/>
            <a:ext cx="5486400" cy="548640"/>
          </a:xfrm>
          <a:prstGeom prst="rect">
            <a:avLst/>
          </a:prstGeom>
          <a:solidFill>
            <a:srgbClr val="0D47A1"/>
          </a:solidFill>
          <a:ln/>
        </p:spPr>
      </p:sp>
      <p:sp>
        <p:nvSpPr>
          <p:cNvPr id="14" name="Text 12"/>
          <p:cNvSpPr/>
          <p:nvPr/>
        </p:nvSpPr>
        <p:spPr>
          <a:xfrm>
            <a:off x="2011680" y="443484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Ready to Use! Total Setup Time: 15-20 minutes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21212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WHY OLLAMA?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Comparison with Alternative Solutions</a:t>
            </a:r>
            <a:endParaRPr lang="en-US" sz="16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822960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2103120"/>
                <a:gridCol w="2103120"/>
                <a:gridCol w="219456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Feature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47A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Ollama (Our Choice)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76D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OpenAI API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47A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HuggingFace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47A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Cost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100% Free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$0.002+ per request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Free (rate limited)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Privacy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100% Local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Code sent to cloud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Code sent to cloud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Internet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 required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Always required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Always required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Setup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Easy (2 commands)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API key needed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Complex setup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Speed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Fast (local)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Network dependent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Slow (free tier)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Customization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Full control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Limited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Full control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1371600" y="3840480"/>
            <a:ext cx="6400800" cy="640080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6" name="Text 3"/>
          <p:cNvSpPr/>
          <p:nvPr/>
        </p:nvSpPr>
        <p:spPr>
          <a:xfrm>
            <a:off x="1645920" y="4023360"/>
            <a:ext cx="5852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D47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Winner: Ollama offers the best balance of cost, privacy, and ease of use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21212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DOES OLLAMA STORE YOUR CODE?</a:t>
            </a:r>
            <a:endParaRPr lang="en-US" sz="3800" dirty="0"/>
          </a:p>
        </p:txBody>
      </p:sp>
      <p:sp>
        <p:nvSpPr>
          <p:cNvPr id="3" name="Shape 1"/>
          <p:cNvSpPr/>
          <p:nvPr/>
        </p:nvSpPr>
        <p:spPr>
          <a:xfrm>
            <a:off x="1371600" y="1188720"/>
            <a:ext cx="1828800" cy="1828800"/>
          </a:xfrm>
          <a:prstGeom prst="ellipse">
            <a:avLst/>
          </a:prstGeom>
          <a:solidFill>
            <a:srgbClr val="212121"/>
          </a:solidFill>
          <a:ln/>
        </p:spPr>
      </p:sp>
      <p:sp>
        <p:nvSpPr>
          <p:cNvPr id="4" name="Text 2"/>
          <p:cNvSpPr/>
          <p:nvPr/>
        </p:nvSpPr>
        <p:spPr>
          <a:xfrm>
            <a:off x="1371600" y="118872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NO</a:t>
            </a:r>
            <a:endParaRPr lang="en-US" sz="6000" dirty="0"/>
          </a:p>
        </p:txBody>
      </p:sp>
      <p:sp>
        <p:nvSpPr>
          <p:cNvPr id="5" name="Shape 3"/>
          <p:cNvSpPr/>
          <p:nvPr/>
        </p:nvSpPr>
        <p:spPr>
          <a:xfrm>
            <a:off x="3657600" y="1188720"/>
            <a:ext cx="5029200" cy="1828800"/>
          </a:xfrm>
          <a:prstGeom prst="rect">
            <a:avLst/>
          </a:prstGeom>
          <a:solidFill>
            <a:srgbClr val="FFFFFF"/>
          </a:solidFill>
          <a:ln w="25400">
            <a:solidFill>
              <a:srgbClr val="0D47A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840480" y="1371600"/>
            <a:ext cx="4663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47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Ollama Stores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3931920" y="173736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AI model files (one-time download)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931920" y="205740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Model configuration settings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931920" y="237744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Nothing else - no logs, no history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8869680" y="1188720"/>
            <a:ext cx="5029200" cy="1828800"/>
          </a:xfrm>
          <a:prstGeom prst="rect">
            <a:avLst/>
          </a:prstGeom>
          <a:solidFill>
            <a:srgbClr val="FFFFFF"/>
          </a:solidFill>
          <a:ln w="25400">
            <a:solidFill>
              <a:srgbClr val="0D47A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052560" y="1371600"/>
            <a:ext cx="4663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47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Ollama Does NOT Store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9144000" y="173736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Your source code input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9144000" y="205740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Translation outputs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9144000" y="237744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Conversation history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9144000" y="269748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Any user data whatsoever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1371600" y="3291840"/>
            <a:ext cx="6400800" cy="1097280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17" name="Text 15"/>
          <p:cNvSpPr/>
          <p:nvPr/>
        </p:nvSpPr>
        <p:spPr>
          <a:xfrm>
            <a:off x="1645920" y="3429000"/>
            <a:ext cx="5852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It Works: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Your code is loaded into RAM (temporary memory)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AI processes it in real-time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You get the result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RAM is cleared - code is permanently gone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21212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WORKS 100% OFFLINE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i="1" dirty="0">
                <a:solidFill>
                  <a:srgbClr val="0D47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WiFi? No Problem!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640080" y="1554480"/>
            <a:ext cx="2011680" cy="548640"/>
          </a:xfrm>
          <a:prstGeom prst="rect">
            <a:avLst/>
          </a:prstGeom>
          <a:solidFill>
            <a:srgbClr val="0D47A1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64592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Initial Setup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2743200" y="160020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2196F3"/>
                </a:solidFill>
              </a:rPr>
              <a:t>→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3200400" y="1554480"/>
            <a:ext cx="1828800" cy="548640"/>
          </a:xfrm>
          <a:prstGeom prst="rect">
            <a:avLst/>
          </a:prstGeom>
          <a:solidFill>
            <a:srgbClr val="757575"/>
          </a:solidFill>
          <a:ln/>
        </p:spPr>
      </p:sp>
      <p:sp>
        <p:nvSpPr>
          <p:cNvPr id="8" name="Text 6"/>
          <p:cNvSpPr/>
          <p:nvPr/>
        </p:nvSpPr>
        <p:spPr>
          <a:xfrm>
            <a:off x="3291840" y="164592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212080" y="169164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Download Ollama + AI model (one time only)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40080" y="2331720"/>
            <a:ext cx="2011680" cy="548640"/>
          </a:xfrm>
          <a:prstGeom prst="rect">
            <a:avLst/>
          </a:prstGeom>
          <a:solidFill>
            <a:srgbClr val="0D47A1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242316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Daily Usage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2743200" y="237744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2196F3"/>
                </a:solidFill>
              </a:rPr>
              <a:t>→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3200400" y="2331720"/>
            <a:ext cx="1828800" cy="548640"/>
          </a:xfrm>
          <a:prstGeom prst="rect">
            <a:avLst/>
          </a:prstGeom>
          <a:solidFill>
            <a:srgbClr val="0D47A1"/>
          </a:solidFill>
          <a:ln/>
        </p:spPr>
      </p:sp>
      <p:sp>
        <p:nvSpPr>
          <p:cNvPr id="14" name="Text 12"/>
          <p:cNvSpPr/>
          <p:nvPr/>
        </p:nvSpPr>
        <p:spPr>
          <a:xfrm>
            <a:off x="3291840" y="242316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Required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212080" y="246888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Translate unlimited code completely offline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40080" y="3108960"/>
            <a:ext cx="2011680" cy="548640"/>
          </a:xfrm>
          <a:prstGeom prst="rect">
            <a:avLst/>
          </a:prstGeom>
          <a:solidFill>
            <a:srgbClr val="0D47A1"/>
          </a:solidFill>
          <a:ln/>
        </p:spPr>
      </p:sp>
      <p:sp>
        <p:nvSpPr>
          <p:cNvPr id="17" name="Text 15"/>
          <p:cNvSpPr/>
          <p:nvPr/>
        </p:nvSpPr>
        <p:spPr>
          <a:xfrm>
            <a:off x="731520" y="320040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Updates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2743200" y="315468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2196F3"/>
                </a:solidFill>
              </a:rPr>
              <a:t>→</a:t>
            </a:r>
            <a:endParaRPr lang="en-US" sz="2800" dirty="0"/>
          </a:p>
        </p:txBody>
      </p:sp>
      <p:sp>
        <p:nvSpPr>
          <p:cNvPr id="19" name="Shape 17"/>
          <p:cNvSpPr/>
          <p:nvPr/>
        </p:nvSpPr>
        <p:spPr>
          <a:xfrm>
            <a:off x="3200400" y="3108960"/>
            <a:ext cx="1828800" cy="548640"/>
          </a:xfrm>
          <a:prstGeom prst="rect">
            <a:avLst/>
          </a:prstGeom>
          <a:solidFill>
            <a:srgbClr val="757575"/>
          </a:solidFill>
          <a:ln/>
        </p:spPr>
      </p:sp>
      <p:sp>
        <p:nvSpPr>
          <p:cNvPr id="20" name="Text 18"/>
          <p:cNvSpPr/>
          <p:nvPr/>
        </p:nvSpPr>
        <p:spPr>
          <a:xfrm>
            <a:off x="3291840" y="320040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Optional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212080" y="324612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Only if you want to download new/better models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40080" y="3931920"/>
            <a:ext cx="7863840" cy="731520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23" name="Text 21"/>
          <p:cNvSpPr/>
          <p:nvPr/>
        </p:nvSpPr>
        <p:spPr>
          <a:xfrm>
            <a:off x="914400" y="41148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47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Perfect for: Airplanes, Remote Areas, Security-Conscious Environments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21212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SECURITY &amp; PRIVACY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This Matters for Your Proprietary Code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804672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0D47A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44475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🔒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188720" y="146304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47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Network Transmission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566160" y="1463040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 never leaves your computer - zero risk of interception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1920240"/>
            <a:ext cx="8046720" cy="502920"/>
          </a:xfrm>
          <a:prstGeom prst="rect">
            <a:avLst/>
          </a:prstGeom>
          <a:solidFill>
            <a:srgbClr val="E0E0E0"/>
          </a:solidFill>
          <a:ln w="12700">
            <a:solidFill>
              <a:srgbClr val="0D47A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199339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💾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188720" y="201168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47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Cloud Storage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566160" y="2011680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Nothing uploaded to external servers or databases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2468880"/>
            <a:ext cx="804672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0D47A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31520" y="254203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📝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188720" y="256032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47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Logging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566160" y="2560320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activity logs, no telemetry, no tracking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3017520"/>
            <a:ext cx="8046720" cy="502920"/>
          </a:xfrm>
          <a:prstGeom prst="rect">
            <a:avLst/>
          </a:prstGeom>
          <a:solidFill>
            <a:srgbClr val="E0E0E0"/>
          </a:solidFill>
          <a:ln w="12700">
            <a:solidFill>
              <a:srgbClr val="0D47A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31520" y="309067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⚡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1188720" y="310896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47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RAM-Only Processing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3566160" y="3108960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 stored temporarily in volatile memory, cleared immediately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48640" y="3566160"/>
            <a:ext cx="804672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0D47A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31520" y="363931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👁️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1188720" y="365760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47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Source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3566160" y="3657600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Ollama is open-source - you can verify the code yourself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1371600" y="4206240"/>
            <a:ext cx="6400800" cy="548640"/>
          </a:xfrm>
          <a:prstGeom prst="rect">
            <a:avLst/>
          </a:prstGeom>
          <a:solidFill>
            <a:srgbClr val="0D47A1"/>
          </a:solidFill>
          <a:ln/>
        </p:spPr>
      </p:sp>
      <p:sp>
        <p:nvSpPr>
          <p:cNvPr id="25" name="Text 23"/>
          <p:cNvSpPr/>
          <p:nvPr/>
        </p:nvSpPr>
        <p:spPr>
          <a:xfrm>
            <a:off x="1645920" y="4343400"/>
            <a:ext cx="5852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Safe for Confidential Projects, Trade Secrets, and Proprietary Code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21212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PROS &amp; CONS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Honest Assessment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4023360" cy="457200"/>
          </a:xfrm>
          <a:prstGeom prst="rect">
            <a:avLst/>
          </a:prstGeom>
          <a:solidFill>
            <a:srgbClr val="0D47A1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371600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✓ PROS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40080" y="19659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100% free - no subscription costs ever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22860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Complete privacy - code stays on your machine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40080" y="26060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Works offline - no internet needed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0080" y="29260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Unlimited usage - no rate limits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40080" y="32461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Fast processing - no network latency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40080" y="35661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Fully customizable - modify as needed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40080" y="38862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No vendor lock-in - open source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40080" y="42062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Learn AI integration hands-on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663440" y="1371600"/>
            <a:ext cx="4023360" cy="457200"/>
          </a:xfrm>
          <a:prstGeom prst="rect">
            <a:avLst/>
          </a:prstGeom>
          <a:solidFill>
            <a:srgbClr val="757575"/>
          </a:solidFill>
          <a:ln/>
        </p:spPr>
      </p:sp>
      <p:sp>
        <p:nvSpPr>
          <p:cNvPr id="15" name="Text 13"/>
          <p:cNvSpPr/>
          <p:nvPr/>
        </p:nvSpPr>
        <p:spPr>
          <a:xfrm>
            <a:off x="4663440" y="1371600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⚠ CONS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4846320" y="19659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Requires initial setup (15-20 minutes)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846320" y="23317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Needs disk space for AI models (4-10 GB)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846320" y="26974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Requires decent hardware (8GB+ RAM)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846320" y="30632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Translation accuracy lower than GPT-4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846320" y="34290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Limited to downloaded models only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846320" y="37947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Manual model updates required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846320" y="4160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No automatic cloud backups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1828800" y="4297680"/>
            <a:ext cx="5486400" cy="548640"/>
          </a:xfrm>
          <a:prstGeom prst="rect">
            <a:avLst/>
          </a:prstGeom>
          <a:solidFill>
            <a:srgbClr val="0D47A1"/>
          </a:solidFill>
          <a:ln/>
        </p:spPr>
      </p:sp>
      <p:sp>
        <p:nvSpPr>
          <p:cNvPr id="24" name="Text 22"/>
          <p:cNvSpPr/>
          <p:nvPr/>
        </p:nvSpPr>
        <p:spPr>
          <a:xfrm>
            <a:off x="2011680" y="443484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Verdict: Pros far outweigh cons for most use cases</a:t>
            </a:r>
            <a:endParaRPr lang="en-US" sz="15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21212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HOW IT WORKS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594360" y="1280160"/>
            <a:ext cx="457200" cy="457200"/>
          </a:xfrm>
          <a:prstGeom prst="ellipse">
            <a:avLst/>
          </a:prstGeom>
          <a:solidFill>
            <a:srgbClr val="2196F3"/>
          </a:solidFill>
          <a:ln/>
        </p:spPr>
      </p:sp>
      <p:sp>
        <p:nvSpPr>
          <p:cNvPr id="4" name="Text 2"/>
          <p:cNvSpPr/>
          <p:nvPr/>
        </p:nvSpPr>
        <p:spPr>
          <a:xfrm>
            <a:off x="594360" y="12801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1188720" y="132588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47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Input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188720" y="157276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 source language, target language, and code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77240" y="1828800"/>
            <a:ext cx="137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2196F3"/>
                </a:solidFill>
              </a:rPr>
              <a:t>↓</a:t>
            </a:r>
            <a:endParaRPr lang="en-US" sz="3200" dirty="0"/>
          </a:p>
        </p:txBody>
      </p:sp>
      <p:sp>
        <p:nvSpPr>
          <p:cNvPr id="8" name="Shape 6"/>
          <p:cNvSpPr/>
          <p:nvPr/>
        </p:nvSpPr>
        <p:spPr>
          <a:xfrm>
            <a:off x="594360" y="2194560"/>
            <a:ext cx="457200" cy="457200"/>
          </a:xfrm>
          <a:prstGeom prst="ellipse">
            <a:avLst/>
          </a:prstGeom>
          <a:solidFill>
            <a:srgbClr val="2196F3"/>
          </a:solidFill>
          <a:ln/>
        </p:spPr>
      </p:sp>
      <p:sp>
        <p:nvSpPr>
          <p:cNvPr id="9" name="Text 7"/>
          <p:cNvSpPr/>
          <p:nvPr/>
        </p:nvSpPr>
        <p:spPr>
          <a:xfrm>
            <a:off x="594360" y="21945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1188720" y="224028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47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Processing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188720" y="248716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Ollama sends code to Qwen2.5-Coder model locally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77240" y="2743200"/>
            <a:ext cx="137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2196F3"/>
                </a:solidFill>
              </a:rPr>
              <a:t>↓</a:t>
            </a:r>
            <a:endParaRPr lang="en-US" sz="3200" dirty="0"/>
          </a:p>
        </p:txBody>
      </p:sp>
      <p:sp>
        <p:nvSpPr>
          <p:cNvPr id="13" name="Shape 11"/>
          <p:cNvSpPr/>
          <p:nvPr/>
        </p:nvSpPr>
        <p:spPr>
          <a:xfrm>
            <a:off x="594360" y="3108960"/>
            <a:ext cx="457200" cy="457200"/>
          </a:xfrm>
          <a:prstGeom prst="ellipse">
            <a:avLst/>
          </a:prstGeom>
          <a:solidFill>
            <a:srgbClr val="2196F3"/>
          </a:solidFill>
          <a:ln/>
        </p:spPr>
      </p:sp>
      <p:sp>
        <p:nvSpPr>
          <p:cNvPr id="14" name="Text 12"/>
          <p:cNvSpPr/>
          <p:nvPr/>
        </p:nvSpPr>
        <p:spPr>
          <a:xfrm>
            <a:off x="594360" y="31089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1188720" y="315468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47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Translation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188720" y="340156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analyzes syntax and converts to target language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777240" y="3657600"/>
            <a:ext cx="137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2196F3"/>
                </a:solidFill>
              </a:rPr>
              <a:t>↓</a:t>
            </a:r>
            <a:endParaRPr lang="en-US" sz="3200" dirty="0"/>
          </a:p>
        </p:txBody>
      </p:sp>
      <p:sp>
        <p:nvSpPr>
          <p:cNvPr id="18" name="Shape 16"/>
          <p:cNvSpPr/>
          <p:nvPr/>
        </p:nvSpPr>
        <p:spPr>
          <a:xfrm>
            <a:off x="594360" y="4023360"/>
            <a:ext cx="457200" cy="457200"/>
          </a:xfrm>
          <a:prstGeom prst="ellipse">
            <a:avLst/>
          </a:prstGeom>
          <a:solidFill>
            <a:srgbClr val="2196F3"/>
          </a:solidFill>
          <a:ln/>
        </p:spPr>
      </p:sp>
      <p:sp>
        <p:nvSpPr>
          <p:cNvPr id="19" name="Text 17"/>
          <p:cNvSpPr/>
          <p:nvPr/>
        </p:nvSpPr>
        <p:spPr>
          <a:xfrm>
            <a:off x="594360" y="40233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1188720" y="406908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47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188720" y="431596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Receive translated code with explanation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21212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KEY FEATURES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365760" cy="365760"/>
          </a:xfrm>
          <a:prstGeom prst="ellipse">
            <a:avLst/>
          </a:prstGeom>
          <a:solidFill>
            <a:srgbClr val="2196F3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1887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✓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914400" y="1207008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47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Interactive CLI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914400" y="1389888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Simple command-line interface - no GUI needed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0" y="1188720"/>
            <a:ext cx="365760" cy="365760"/>
          </a:xfrm>
          <a:prstGeom prst="ellipse">
            <a:avLst/>
          </a:prstGeom>
          <a:solidFill>
            <a:srgbClr val="2196F3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0" y="11887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✓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5029200" y="1207008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47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Multi-line Code Support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029200" y="1389888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Translate entire functions or files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1874520"/>
            <a:ext cx="365760" cy="365760"/>
          </a:xfrm>
          <a:prstGeom prst="ellipse">
            <a:avLst/>
          </a:prstGeom>
          <a:solidFill>
            <a:srgbClr val="2196F3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" y="18745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✓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914400" y="1892808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47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 Explanations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914400" y="2075688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Understand what changed and why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0" y="1874520"/>
            <a:ext cx="365760" cy="365760"/>
          </a:xfrm>
          <a:prstGeom prst="ellipse">
            <a:avLst/>
          </a:prstGeom>
          <a:solidFill>
            <a:srgbClr val="2196F3"/>
          </a:solidFill>
          <a:ln/>
        </p:spPr>
      </p:sp>
      <p:sp>
        <p:nvSpPr>
          <p:cNvPr id="16" name="Text 14"/>
          <p:cNvSpPr/>
          <p:nvPr/>
        </p:nvSpPr>
        <p:spPr>
          <a:xfrm>
            <a:off x="4572000" y="18745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✓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5029200" y="1892808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47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Save to File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5029200" y="2075688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Export translated code directly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57200" y="2560320"/>
            <a:ext cx="365760" cy="365760"/>
          </a:xfrm>
          <a:prstGeom prst="ellipse">
            <a:avLst/>
          </a:prstGeom>
          <a:solidFill>
            <a:srgbClr val="2196F3"/>
          </a:solidFill>
          <a:ln/>
        </p:spPr>
      </p:sp>
      <p:sp>
        <p:nvSpPr>
          <p:cNvPr id="20" name="Text 18"/>
          <p:cNvSpPr/>
          <p:nvPr/>
        </p:nvSpPr>
        <p:spPr>
          <a:xfrm>
            <a:off x="457200" y="25603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✓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914400" y="2578608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47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Continuous Mode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914400" y="2761488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Translate multiple codes without restarting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572000" y="2560320"/>
            <a:ext cx="365760" cy="365760"/>
          </a:xfrm>
          <a:prstGeom prst="ellipse">
            <a:avLst/>
          </a:prstGeom>
          <a:solidFill>
            <a:srgbClr val="2196F3"/>
          </a:solidFill>
          <a:ln/>
        </p:spPr>
      </p:sp>
      <p:sp>
        <p:nvSpPr>
          <p:cNvPr id="24" name="Text 22"/>
          <p:cNvSpPr/>
          <p:nvPr/>
        </p:nvSpPr>
        <p:spPr>
          <a:xfrm>
            <a:off x="4572000" y="25603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✓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5029200" y="2578608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47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Flexibility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5029200" y="2761488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Switch between different AI models easily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21212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USAGE EXAMPLE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640080" y="10058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47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640080" y="1371600"/>
            <a:ext cx="3657600" cy="1645920"/>
          </a:xfrm>
          <a:prstGeom prst="rect">
            <a:avLst/>
          </a:prstGeom>
          <a:solidFill>
            <a:srgbClr val="212121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508760"/>
            <a:ext cx="32918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Source: Python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Target: Java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greet(name):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f"Hi, {name}!"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297680" y="201168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2196F3"/>
                </a:solidFill>
              </a:rPr>
              <a:t>→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4846320" y="10058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47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846320" y="1371600"/>
            <a:ext cx="3657600" cy="1645920"/>
          </a:xfrm>
          <a:prstGeom prst="rect">
            <a:avLst/>
          </a:prstGeom>
          <a:solidFill>
            <a:srgbClr val="212121"/>
          </a:solidFill>
          <a:ln/>
        </p:spPr>
      </p:sp>
      <p:sp>
        <p:nvSpPr>
          <p:cNvPr id="9" name="Text 7"/>
          <p:cNvSpPr/>
          <p:nvPr/>
        </p:nvSpPr>
        <p:spPr>
          <a:xfrm>
            <a:off x="5029200" y="1508760"/>
            <a:ext cx="32918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class Greeting {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public static String greet(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String name) {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"Hi, " + name + "!";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40080" y="3291840"/>
            <a:ext cx="7863840" cy="1188720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3429000"/>
            <a:ext cx="7498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47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EXPLANATION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005840" y="374904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function converted to Java static method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f-string replaced with string concatenation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</a:t>
            </a:r>
            <a:pPr indent="0" marL="0">
              <a:buNone/>
            </a:pPr>
            <a:r>
              <a:rPr lang="en-US" sz="13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Added class wrapper (required in Java)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21212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SUPPORTED LANGUAGES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Translate between 15+ programming languages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914400" y="1554480"/>
            <a:ext cx="1371600" cy="457200"/>
          </a:xfrm>
          <a:prstGeom prst="rect">
            <a:avLst/>
          </a:prstGeom>
          <a:solidFill>
            <a:srgbClr val="2196F3"/>
          </a:solidFill>
          <a:ln w="12700">
            <a:solidFill>
              <a:srgbClr val="0D47A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55448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423160" y="1554480"/>
            <a:ext cx="1371600" cy="457200"/>
          </a:xfrm>
          <a:prstGeom prst="rect">
            <a:avLst/>
          </a:prstGeom>
          <a:solidFill>
            <a:srgbClr val="2196F3"/>
          </a:solidFill>
          <a:ln w="12700">
            <a:solidFill>
              <a:srgbClr val="0D47A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423160" y="155448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JavaScript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931920" y="1554480"/>
            <a:ext cx="1371600" cy="457200"/>
          </a:xfrm>
          <a:prstGeom prst="rect">
            <a:avLst/>
          </a:prstGeom>
          <a:solidFill>
            <a:srgbClr val="2196F3"/>
          </a:solidFill>
          <a:ln w="12700">
            <a:solidFill>
              <a:srgbClr val="0D47A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931920" y="155448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TypeScript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440680" y="1554480"/>
            <a:ext cx="1371600" cy="457200"/>
          </a:xfrm>
          <a:prstGeom prst="rect">
            <a:avLst/>
          </a:prstGeom>
          <a:solidFill>
            <a:srgbClr val="2196F3"/>
          </a:solidFill>
          <a:ln w="12700">
            <a:solidFill>
              <a:srgbClr val="0D47A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40680" y="155448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Java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949440" y="1554480"/>
            <a:ext cx="1371600" cy="457200"/>
          </a:xfrm>
          <a:prstGeom prst="rect">
            <a:avLst/>
          </a:prstGeom>
          <a:solidFill>
            <a:srgbClr val="2196F3"/>
          </a:solidFill>
          <a:ln w="12700">
            <a:solidFill>
              <a:srgbClr val="0D47A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949440" y="155448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C++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914400" y="2148840"/>
            <a:ext cx="1371600" cy="457200"/>
          </a:xfrm>
          <a:prstGeom prst="rect">
            <a:avLst/>
          </a:prstGeom>
          <a:solidFill>
            <a:srgbClr val="2196F3"/>
          </a:solidFill>
          <a:ln w="12700">
            <a:solidFill>
              <a:srgbClr val="0D47A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4400" y="214884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C#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2423160" y="2148840"/>
            <a:ext cx="1371600" cy="457200"/>
          </a:xfrm>
          <a:prstGeom prst="rect">
            <a:avLst/>
          </a:prstGeom>
          <a:solidFill>
            <a:srgbClr val="2196F3"/>
          </a:solidFill>
          <a:ln w="12700">
            <a:solidFill>
              <a:srgbClr val="0D47A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423160" y="214884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3931920" y="2148840"/>
            <a:ext cx="1371600" cy="457200"/>
          </a:xfrm>
          <a:prstGeom prst="rect">
            <a:avLst/>
          </a:prstGeom>
          <a:solidFill>
            <a:srgbClr val="2196F3"/>
          </a:solidFill>
          <a:ln w="12700">
            <a:solidFill>
              <a:srgbClr val="0D47A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931920" y="214884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Rust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5440680" y="2148840"/>
            <a:ext cx="1371600" cy="457200"/>
          </a:xfrm>
          <a:prstGeom prst="rect">
            <a:avLst/>
          </a:prstGeom>
          <a:solidFill>
            <a:srgbClr val="2196F3"/>
          </a:solidFill>
          <a:ln w="12700">
            <a:solidFill>
              <a:srgbClr val="0D47A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40680" y="214884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PHP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6949440" y="2148840"/>
            <a:ext cx="1371600" cy="457200"/>
          </a:xfrm>
          <a:prstGeom prst="rect">
            <a:avLst/>
          </a:prstGeom>
          <a:solidFill>
            <a:srgbClr val="2196F3"/>
          </a:solidFill>
          <a:ln w="12700">
            <a:solidFill>
              <a:srgbClr val="0D47A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949440" y="214884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Ruby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914400" y="2743200"/>
            <a:ext cx="1371600" cy="457200"/>
          </a:xfrm>
          <a:prstGeom prst="rect">
            <a:avLst/>
          </a:prstGeom>
          <a:solidFill>
            <a:srgbClr val="2196F3"/>
          </a:solidFill>
          <a:ln w="12700">
            <a:solidFill>
              <a:srgbClr val="0D47A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14400" y="274320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Swift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2423160" y="2743200"/>
            <a:ext cx="1371600" cy="457200"/>
          </a:xfrm>
          <a:prstGeom prst="rect">
            <a:avLst/>
          </a:prstGeom>
          <a:solidFill>
            <a:srgbClr val="2196F3"/>
          </a:solidFill>
          <a:ln w="12700">
            <a:solidFill>
              <a:srgbClr val="0D47A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423160" y="274320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Kotlin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3931920" y="2743200"/>
            <a:ext cx="1371600" cy="457200"/>
          </a:xfrm>
          <a:prstGeom prst="rect">
            <a:avLst/>
          </a:prstGeom>
          <a:solidFill>
            <a:srgbClr val="2196F3"/>
          </a:solidFill>
          <a:ln w="12700">
            <a:solidFill>
              <a:srgbClr val="0D47A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931920" y="274320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5440680" y="2743200"/>
            <a:ext cx="1371600" cy="457200"/>
          </a:xfrm>
          <a:prstGeom prst="rect">
            <a:avLst/>
          </a:prstGeom>
          <a:solidFill>
            <a:srgbClr val="2196F3"/>
          </a:solidFill>
          <a:ln w="12700">
            <a:solidFill>
              <a:srgbClr val="0D47A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440680" y="274320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6949440" y="2743200"/>
            <a:ext cx="1371600" cy="457200"/>
          </a:xfrm>
          <a:prstGeom prst="rect">
            <a:avLst/>
          </a:prstGeom>
          <a:solidFill>
            <a:srgbClr val="2196F3"/>
          </a:solidFill>
          <a:ln w="12700">
            <a:solidFill>
              <a:srgbClr val="0D47A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949440" y="274320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Scala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457200" y="43891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More languages can be added by updating the model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21212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VS ONLINE TOOLS</a:t>
            </a:r>
            <a:endParaRPr lang="en-US" sz="40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14400" y="1188720"/>
          <a:ext cx="731520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2514600"/>
                <a:gridCol w="251460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Feature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47A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Our Bot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47A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Online Tools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47A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Privacy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100% Local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Code sent to servers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Cost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Free Forever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Subscription based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Internet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 Required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Always Required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Rate Limits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None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Limited requests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Customization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Fully Customizable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Fixed features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2286000" y="3840480"/>
            <a:ext cx="4572000" cy="731520"/>
          </a:xfrm>
          <a:prstGeom prst="rect">
            <a:avLst/>
          </a:prstGeom>
          <a:solidFill>
            <a:srgbClr val="0D47A1"/>
          </a:solidFill>
          <a:ln/>
        </p:spPr>
      </p:sp>
      <p:sp>
        <p:nvSpPr>
          <p:cNvPr id="5" name="Text 2"/>
          <p:cNvSpPr/>
          <p:nvPr/>
        </p:nvSpPr>
        <p:spPr>
          <a:xfrm>
            <a:off x="2468880" y="4023360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Complete Control + Zero Cost + Maximum Privacy</a:t>
            </a:r>
            <a:endParaRPr lang="en-US" sz="16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21212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FUTURE ENHANCEMENTS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914400" y="1280160"/>
            <a:ext cx="365760" cy="365760"/>
          </a:xfrm>
          <a:prstGeom prst="ellipse">
            <a:avLst/>
          </a:prstGeom>
          <a:solidFill>
            <a:srgbClr val="2196F3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12801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463040" y="1325880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Web-based GUI for easier interaction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914400" y="1828800"/>
            <a:ext cx="365760" cy="365760"/>
          </a:xfrm>
          <a:prstGeom prst="ellipse">
            <a:avLst/>
          </a:prstGeom>
          <a:solidFill>
            <a:srgbClr val="1976D2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18288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463040" y="1874520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Batch file translation for entire projects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914400" y="2377440"/>
            <a:ext cx="365760" cy="365760"/>
          </a:xfrm>
          <a:prstGeom prst="ellipse">
            <a:avLst/>
          </a:prstGeom>
          <a:solidFill>
            <a:srgbClr val="2196F3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2377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463040" y="2423160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 optimization suggestions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914400" y="2926080"/>
            <a:ext cx="365760" cy="365760"/>
          </a:xfrm>
          <a:prstGeom prst="ellipse">
            <a:avLst/>
          </a:prstGeom>
          <a:solidFill>
            <a:srgbClr val="1976D2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29260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463040" y="2971800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Syntax error detection and fixing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914400" y="3474720"/>
            <a:ext cx="365760" cy="365760"/>
          </a:xfrm>
          <a:prstGeom prst="ellipse">
            <a:avLst/>
          </a:prstGeom>
          <a:solidFill>
            <a:srgbClr val="2196F3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34747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463040" y="3520440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Support for more AI models (GPT-4, Claude)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914400" y="4023360"/>
            <a:ext cx="365760" cy="365760"/>
          </a:xfrm>
          <a:prstGeom prst="ellipse">
            <a:avLst/>
          </a:prstGeom>
          <a:solidFill>
            <a:srgbClr val="1976D2"/>
          </a:solidFill>
          <a:ln/>
        </p:spPr>
      </p:sp>
      <p:sp>
        <p:nvSpPr>
          <p:cNvPr id="19" name="Text 17"/>
          <p:cNvSpPr/>
          <p:nvPr/>
        </p:nvSpPr>
        <p:spPr>
          <a:xfrm>
            <a:off x="914400" y="40233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463040" y="4069080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Integration with IDEs (VS Code, PyCharm)</a:t>
            </a:r>
            <a:endParaRPr lang="en-US" sz="16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D47A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KEY TAKEAWAYS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1371600" y="201168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Built a fully functional AI-powered code translator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371600" y="246888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100% private, free, and runs completely offline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371600" y="292608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Supports 15+ programming languages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371600" y="338328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Learned AI integration with Python and Ollama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371600" y="384048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Created a practical tool for real-world use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" y="41148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You!</a:t>
            </a:r>
            <a:endParaRPr lang="en-US" sz="3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Code Translator Bot - AI-Powered Code Translation</dc:title>
  <dc:subject>PptxGenJS Presentation</dc:subject>
  <dc:creator>Code Translator Bot Team</dc:creator>
  <cp:lastModifiedBy>Code Translator Bot Team</cp:lastModifiedBy>
  <cp:revision>1</cp:revision>
  <dcterms:created xsi:type="dcterms:W3CDTF">2026-02-02T19:42:35Z</dcterms:created>
  <dcterms:modified xsi:type="dcterms:W3CDTF">2026-02-02T19:42:35Z</dcterms:modified>
</cp:coreProperties>
</file>